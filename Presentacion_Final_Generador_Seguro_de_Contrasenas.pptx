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1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984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cybersecurity_them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389888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Generador Seguro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de Contraseñas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76656" y="2889504"/>
            <a:ext cx="3154680" cy="0"/>
          </a:xfrm>
          <a:prstGeom prst="line">
            <a:avLst/>
          </a:prstGeom>
          <a:noFill/>
          <a:ln w="44450">
            <a:solidFill>
              <a:srgbClr val="00B8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312724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EAFF"/>
                </a:solidFill>
              </a:rPr>
              <a:t>Una solución informática para proteger la información digital en la sociedad actual.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568756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6C9E7"/>
                </a:solidFill>
              </a:rPr>
              <a:t>Proyecto Integrador · Semana 8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B6C9E7"/>
                </a:solidFill>
              </a:rPr>
              <a:t>Ethan Montaño · 28/06/2026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del problema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El crecimiento digital exige mejores hábitos de protección personal.</a:t>
            </a:r>
            <a:endParaRPr lang="en-US" sz="1350" dirty="0"/>
          </a:p>
        </p:txBody>
      </p:sp>
      <p:pic>
        <p:nvPicPr>
          <p:cNvPr id="4" name="Image 0" descr="/mnt/data/a_wide_cinematic_indoor_scene_of_a_modern_study_w_batch_2.png"/>
          <p:cNvPicPr>
            <a:picLocks noChangeAspect="1"/>
          </p:cNvPicPr>
          <p:nvPr/>
        </p:nvPicPr>
        <p:blipFill>
          <a:blip r:embed="rId3"/>
          <a:srcRect l="20311" r="20311"/>
          <a:stretch/>
        </p:blipFill>
        <p:spPr>
          <a:xfrm>
            <a:off x="6400800" y="1207008"/>
            <a:ext cx="525780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435608"/>
            <a:ext cx="384048" cy="384048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5270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43584" y="1417320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</a:rPr>
              <a:t>Cuentas digitales en aumento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43584" y="1728216"/>
            <a:ext cx="45902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84256"/>
                </a:solidFill>
              </a:rPr>
              <a:t>Las personas usan correos, redes sociales, plataformas educativas y servicios en línea.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713232" y="2532888"/>
            <a:ext cx="384048" cy="384048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6243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43584" y="2514600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</a:rPr>
              <a:t>Contraseñas débiles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43584" y="2825496"/>
            <a:ext cx="45902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84256"/>
                </a:solidFill>
              </a:rPr>
              <a:t>Muchos usuarios utilizan claves fáciles como nombres, fechas o números consecutivos.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13232" y="3630168"/>
            <a:ext cx="384048" cy="384048"/>
          </a:xfrm>
          <a:prstGeom prst="ellipse">
            <a:avLst/>
          </a:prstGeom>
          <a:solidFill>
            <a:srgbClr val="C2413D"/>
          </a:solidFill>
          <a:ln w="12700">
            <a:solidFill>
              <a:srgbClr val="C241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7216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43584" y="3611880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</a:rPr>
              <a:t>Riesgo de información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43584" y="3922776"/>
            <a:ext cx="45902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84256"/>
                </a:solidFill>
              </a:rPr>
              <a:t>Una contraseña insegura puede facilitar el acceso no autorizado a datos personales.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77240" y="4956048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D7EF"/>
            </a:solidFill>
            <a:prstDash val="solid"/>
          </a:ln>
          <a:effectLst>
            <a:outerShdw blurRad="254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78408" y="51389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A1A33"/>
                </a:solidFill>
              </a:rPr>
              <a:t>Solución propuesta: crear un programa que genere contraseñas seguras y evalúe su nivel de seguridad.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y alcance del proyecto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Qué resuelve el sistema y hasta dónde llega esta versión.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E9F8FF"/>
          </a:solidFill>
          <a:ln w="12700">
            <a:solidFill>
              <a:srgbClr val="82CFFF"/>
            </a:solidFill>
            <a:prstDash val="solid"/>
          </a:ln>
          <a:effectLst>
            <a:outerShdw blurRad="322580000" dist="64516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A33"/>
                </a:solidFill>
              </a:rPr>
              <a:t>Objetivo general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2212848"/>
            <a:ext cx="42976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64A"/>
                </a:solidFill>
              </a:rPr>
              <a:t>Desarrollar un programa en Python que permita generar contraseñas seguras de manera automática, ayudando a proteger la información digital del usuario.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00200" y="3749040"/>
            <a:ext cx="3383280" cy="0"/>
          </a:xfrm>
          <a:prstGeom prst="line">
            <a:avLst/>
          </a:prstGeom>
          <a:noFill/>
          <a:ln w="31750">
            <a:solidFill>
              <a:srgbClr val="00B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4005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5BB8"/>
                </a:solidFill>
              </a:rPr>
              <a:t>Tecnología + seguridad + programación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A33"/>
                </a:solidFill>
              </a:rPr>
              <a:t>Alcance del sistema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92240" y="2414016"/>
            <a:ext cx="566928" cy="566928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5146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4963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6364A"/>
                </a:solidFill>
              </a:rPr>
              <a:t>Permite elegir la longitud de la contraseña.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6492240" y="3099816"/>
            <a:ext cx="566928" cy="566928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2004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31821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6364A"/>
                </a:solidFill>
              </a:rPr>
              <a:t>Incluye números y símbolos según decisión del usuario.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6492240" y="3785616"/>
            <a:ext cx="566928" cy="566928"/>
          </a:xfrm>
          <a:prstGeom prst="ellipse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8862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38679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6364A"/>
                </a:solidFill>
              </a:rPr>
              <a:t>Genera contraseñas aleatorias.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6492240" y="4471416"/>
            <a:ext cx="566928" cy="566928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5720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45537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6364A"/>
                </a:solidFill>
              </a:rPr>
              <a:t>Evalúa la seguridad: débil, media o fuerte.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6446520" y="52578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5394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Versión funcional en consola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principales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El programa guía al usuario desde la entrada de datos hasta el resultado final.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1664208"/>
            <a:ext cx="658368" cy="658368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9576" y="18196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54203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0A1A33"/>
                </a:solidFill>
              </a:rPr>
              <a:t>Ingresar longitud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758952" y="3246120"/>
            <a:ext cx="149961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384256"/>
                </a:solidFill>
              </a:rPr>
              <a:t>El usuario decide cuántos caracteres tendrá la contraseña.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2880360" y="1353312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65576" y="1664208"/>
            <a:ext cx="658368" cy="658368"/>
          </a:xfrm>
          <a:prstGeom prst="ellipse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8196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35808" y="254203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0A1A33"/>
                </a:solidFill>
              </a:rPr>
              <a:t>Elegir opciones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3044952" y="3246120"/>
            <a:ext cx="149961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384256"/>
                </a:solidFill>
              </a:rPr>
              <a:t>Puede incluir números y símbolos para aumentar la complejidad.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5166360" y="1353312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51576" y="1664208"/>
            <a:ext cx="658368" cy="658368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51576" y="18196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21808" y="254203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0A1A33"/>
                </a:solidFill>
              </a:rPr>
              <a:t>Generar contraseña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5330952" y="3246120"/>
            <a:ext cx="149961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384256"/>
                </a:solidFill>
              </a:rPr>
              <a:t>El sistema crea una clave aleatoria usando los caracteres seleccionados.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7452360" y="1353312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7576" y="1664208"/>
            <a:ext cx="658368" cy="658368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7576" y="18196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07808" y="254203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0A1A33"/>
                </a:solidFill>
              </a:rPr>
              <a:t>Evaluar seguridad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7616952" y="3246120"/>
            <a:ext cx="149961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384256"/>
                </a:solidFill>
              </a:rPr>
              <a:t>El programa clasifica la contraseña como débil, media o fuerte.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9738360" y="1353312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23576" y="1664208"/>
            <a:ext cx="658368" cy="658368"/>
          </a:xfrm>
          <a:prstGeom prst="ellipse">
            <a:avLst/>
          </a:prstGeom>
          <a:solidFill>
            <a:srgbClr val="C2413D"/>
          </a:solidFill>
          <a:ln w="12700">
            <a:solidFill>
              <a:srgbClr val="C24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23576" y="18196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93808" y="254203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0A1A33"/>
                </a:solidFill>
              </a:rPr>
              <a:t>Repetir proceso</a:t>
            </a:r>
            <a:endParaRPr lang="en-US" sz="1540" dirty="0"/>
          </a:p>
        </p:txBody>
      </p:sp>
      <p:sp>
        <p:nvSpPr>
          <p:cNvPr id="28" name="Text 26"/>
          <p:cNvSpPr/>
          <p:nvPr/>
        </p:nvSpPr>
        <p:spPr>
          <a:xfrm>
            <a:off x="9902952" y="3246120"/>
            <a:ext cx="149961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384256"/>
                </a:solidFill>
              </a:rPr>
              <a:t>Un bucle permite crear otra contraseña sin cerrar el programa.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Proceso simplificado del Generador Seguro de Contraseñas.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18888" y="1115568"/>
            <a:ext cx="1554480" cy="411480"/>
          </a:xfrm>
          <a:prstGeom prst="roundRect">
            <a:avLst/>
          </a:prstGeom>
          <a:solidFill>
            <a:srgbClr val="BFE6D0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73752" y="1207008"/>
            <a:ext cx="144475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A33"/>
                </a:solidFill>
              </a:rPr>
              <a:t>Inicio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50208" y="1783080"/>
            <a:ext cx="3291840" cy="411480"/>
          </a:xfrm>
          <a:prstGeom prst="rect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05072" y="1874520"/>
            <a:ext cx="318211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A33"/>
                </a:solidFill>
              </a:rPr>
              <a:t>Mostrar título del programa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50208" y="2450592"/>
            <a:ext cx="3291840" cy="438912"/>
          </a:xfrm>
          <a:prstGeom prst="rect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05072" y="2542032"/>
            <a:ext cx="318211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A33"/>
                </a:solidFill>
              </a:rPr>
              <a:t>Solicitar longitud de la contraseña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50208" y="3136392"/>
            <a:ext cx="3291840" cy="566928"/>
          </a:xfrm>
          <a:prstGeom prst="rect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05072" y="3227832"/>
            <a:ext cx="31821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Preguntar si desea incluir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números y símbolos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18888" y="3913632"/>
            <a:ext cx="1554480" cy="868680"/>
          </a:xfrm>
          <a:prstGeom prst="diamond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65192" y="4096512"/>
            <a:ext cx="126187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A1A33"/>
                </a:solidFill>
              </a:rPr>
              <a:t>¿Longitud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A1A33"/>
                </a:solidFill>
              </a:rPr>
              <a:t>válida?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653528" y="4050792"/>
            <a:ext cx="1600200" cy="603504"/>
          </a:xfrm>
          <a:prstGeom prst="rect">
            <a:avLst/>
          </a:prstGeom>
          <a:solidFill>
            <a:srgbClr val="F8D7DA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08392" y="4142232"/>
            <a:ext cx="149047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33"/>
                </a:solidFill>
              </a:rPr>
              <a:t>Mostrar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1A33"/>
                </a:solidFill>
              </a:rPr>
              <a:t>mensaje de error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50208" y="4965192"/>
            <a:ext cx="3291840" cy="411480"/>
          </a:xfrm>
          <a:prstGeom prst="rect">
            <a:avLst/>
          </a:prstGeom>
          <a:solidFill>
            <a:srgbClr val="E6F4EA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05072" y="5056632"/>
            <a:ext cx="318211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A33"/>
                </a:solidFill>
              </a:rPr>
              <a:t>Generar contraseña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50208" y="5623560"/>
            <a:ext cx="3291840" cy="502920"/>
          </a:xfrm>
          <a:prstGeom prst="rect">
            <a:avLst/>
          </a:prstGeom>
          <a:solidFill>
            <a:srgbClr val="E6F4EA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05072" y="5715000"/>
            <a:ext cx="318211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Evaluar y mostrar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contraseña + seguridad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526280"/>
            <a:ext cx="1920240" cy="960120"/>
          </a:xfrm>
          <a:prstGeom prst="diamond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" y="4709160"/>
            <a:ext cx="162763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A1A33"/>
                </a:solidFill>
              </a:rPr>
              <a:t>¿Desea generar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A1A33"/>
                </a:solidFill>
              </a:rPr>
              <a:t>otra contraseña?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96112" y="5833872"/>
            <a:ext cx="1691640" cy="411480"/>
          </a:xfrm>
          <a:prstGeom prst="roundRect">
            <a:avLst/>
          </a:prstGeom>
          <a:solidFill>
            <a:srgbClr val="BFE6D0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50976" y="5925312"/>
            <a:ext cx="158191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A33"/>
                </a:solidFill>
              </a:rPr>
              <a:t>Fin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96128" y="1527048"/>
            <a:ext cx="0" cy="256032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96128" y="2194560"/>
            <a:ext cx="0" cy="256032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96128" y="2889504"/>
            <a:ext cx="0" cy="246888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96128" y="3703320"/>
            <a:ext cx="0" cy="210312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73368" y="4343400"/>
            <a:ext cx="1280160" cy="0"/>
          </a:xfrm>
          <a:prstGeom prst="line">
            <a:avLst/>
          </a:prstGeom>
          <a:noFill/>
          <a:ln w="16510">
            <a:solidFill>
              <a:srgbClr val="C2413D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839712" y="4096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3D"/>
                </a:solidFill>
              </a:rPr>
              <a:t>NO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53728" y="4370832"/>
            <a:ext cx="0" cy="0"/>
          </a:xfrm>
          <a:prstGeom prst="line">
            <a:avLst/>
          </a:prstGeom>
          <a:noFill/>
          <a:ln w="16510">
            <a:solidFill>
              <a:srgbClr val="C2413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53728" y="2670048"/>
            <a:ext cx="0" cy="0"/>
          </a:xfrm>
          <a:prstGeom prst="line">
            <a:avLst/>
          </a:prstGeom>
          <a:noFill/>
          <a:ln w="16510">
            <a:solidFill>
              <a:srgbClr val="C2413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596128" y="4782312"/>
            <a:ext cx="0" cy="182880"/>
          </a:xfrm>
          <a:prstGeom prst="line">
            <a:avLst/>
          </a:prstGeom>
          <a:noFill/>
          <a:ln w="1651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596128" y="5376672"/>
            <a:ext cx="0" cy="246888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50208" y="5879592"/>
            <a:ext cx="0" cy="0"/>
          </a:xfrm>
          <a:prstGeom prst="line">
            <a:avLst/>
          </a:prstGeom>
          <a:noFill/>
          <a:ln w="1651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852928" y="47365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8A5A"/>
                </a:solidFill>
              </a:rPr>
              <a:t>SI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737360" y="5486400"/>
            <a:ext cx="0" cy="347472"/>
          </a:xfrm>
          <a:prstGeom prst="line">
            <a:avLst/>
          </a:prstGeom>
          <a:noFill/>
          <a:ln w="16510">
            <a:solidFill>
              <a:srgbClr val="C2413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865376" y="55595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3D"/>
                </a:solidFill>
              </a:rPr>
              <a:t>NO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92640" y="1207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33"/>
                </a:solidFill>
              </a:rPr>
              <a:t>Figuras usadas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692640" y="1719072"/>
            <a:ext cx="1828800" cy="457200"/>
          </a:xfrm>
          <a:prstGeom prst="roundRect">
            <a:avLst/>
          </a:prstGeom>
          <a:solidFill>
            <a:srgbClr val="BFE6D0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747504" y="1810512"/>
            <a:ext cx="17190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A1A33"/>
                </a:solidFill>
              </a:rPr>
              <a:t>Óvalo: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A1A33"/>
                </a:solidFill>
              </a:rPr>
              <a:t>inicio / fin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9692640" y="2450592"/>
            <a:ext cx="1828800" cy="457200"/>
          </a:xfrm>
          <a:prstGeom prst="rect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747504" y="2542032"/>
            <a:ext cx="17190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A1A33"/>
                </a:solidFill>
              </a:rPr>
              <a:t>Rectángulo: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A1A33"/>
                </a:solidFill>
              </a:rPr>
              <a:t>proceso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10104120" y="3182112"/>
            <a:ext cx="1005840" cy="594360"/>
          </a:xfrm>
          <a:prstGeom prst="diamond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250424" y="3364992"/>
            <a:ext cx="71323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A1A33"/>
                </a:solidFill>
              </a:rPr>
              <a:t>Rombo: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A1A33"/>
                </a:solidFill>
              </a:rPr>
              <a:t>decisión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9692640" y="40416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84256"/>
                </a:solidFill>
              </a:rPr>
              <a:t>La flecha indica la dirección del proceso.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arquitectura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Estructura general del sistema desarrollado en Python.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434840" y="1152144"/>
            <a:ext cx="2286000" cy="502920"/>
          </a:xfrm>
          <a:prstGeom prst="rect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489704" y="1243584"/>
            <a:ext cx="217627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A33"/>
                </a:solidFill>
              </a:rPr>
              <a:t>Usuario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0" y="1965960"/>
            <a:ext cx="292608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69664" y="2057400"/>
            <a:ext cx="281635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A33"/>
                </a:solidFill>
              </a:rPr>
              <a:t>Interfaz en consola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0" y="2779776"/>
            <a:ext cx="2926080" cy="502920"/>
          </a:xfrm>
          <a:prstGeom prst="rect">
            <a:avLst/>
          </a:prstGeom>
          <a:solidFill>
            <a:srgbClr val="FFF1C7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9664" y="2871216"/>
            <a:ext cx="281635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A33"/>
                </a:solidFill>
              </a:rPr>
              <a:t>main.py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77840" y="1655064"/>
            <a:ext cx="0" cy="310896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77840" y="2468880"/>
            <a:ext cx="0" cy="310896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657600"/>
            <a:ext cx="27432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9264" y="3749040"/>
            <a:ext cx="263347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Entrada de datos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longitud · números · símbolos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3657600"/>
            <a:ext cx="256032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3749040"/>
            <a:ext cx="245059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Función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generar_contraseña()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3657600"/>
            <a:ext cx="256032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84464" y="3749040"/>
            <a:ext cx="245059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Función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1A33"/>
                </a:solidFill>
              </a:rPr>
              <a:t>evaluar_seguridad()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0" y="3282696"/>
            <a:ext cx="0" cy="374904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77840" y="3282696"/>
            <a:ext cx="274320" cy="374904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77840" y="3282696"/>
            <a:ext cx="3931920" cy="374904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37560" y="5010912"/>
            <a:ext cx="4572000" cy="685800"/>
          </a:xfrm>
          <a:prstGeom prst="rect">
            <a:avLst/>
          </a:prstGeom>
          <a:solidFill>
            <a:srgbClr val="E6F4EA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92424" y="5102352"/>
            <a:ext cx="4462272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A33"/>
                </a:solidFill>
              </a:rPr>
              <a:t>Salida del sistema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A1A33"/>
                </a:solidFill>
              </a:rPr>
              <a:t>contraseña generada + nivel de seguridad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286000" y="4389120"/>
            <a:ext cx="3337560" cy="621792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52160" y="4389120"/>
            <a:ext cx="0" cy="621792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09760" y="4389120"/>
            <a:ext cx="0" cy="621792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20440" y="5989320"/>
            <a:ext cx="4206240" cy="475488"/>
          </a:xfrm>
          <a:prstGeom prst="rect">
            <a:avLst/>
          </a:prstGeom>
          <a:solidFill>
            <a:srgbClr val="DDEBFF"/>
          </a:solidFill>
          <a:ln w="13970">
            <a:solidFill>
              <a:srgbClr val="3A6AB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75304" y="6080760"/>
            <a:ext cx="40965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A33"/>
                </a:solidFill>
              </a:rPr>
              <a:t>Resultado final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A1A33"/>
                </a:solidFill>
              </a:rPr>
              <a:t>Generación de contraseñas seguras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23560" y="5696712"/>
            <a:ext cx="0" cy="292608"/>
          </a:xfrm>
          <a:prstGeom prst="line">
            <a:avLst/>
          </a:prstGeom>
          <a:noFill/>
          <a:ln w="16510">
            <a:solidFill>
              <a:srgbClr val="355F9D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software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El programa fue organizado en funciones, condicionales y ciclos.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4944" y="1234440"/>
            <a:ext cx="4983480" cy="4617720"/>
          </a:xfrm>
          <a:prstGeom prst="roundRect">
            <a:avLst>
              <a:gd name="adj" fmla="val 1188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36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D7FF"/>
                </a:solidFill>
              </a:rPr>
              <a:t>main.py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44805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generar_contrasena(longitud, numeros, simbolos):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caracteres = letras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numeros == "s":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caracteres += digitos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simbolos == "s":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caracteres += simbolos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range(longitud):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contrasena += caracter_aleatorio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contrasena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435608"/>
            <a:ext cx="384048" cy="384048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5270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93992" y="14173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</a:rPr>
              <a:t>Condicionales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93992" y="1728216"/>
            <a:ext cx="44074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84256"/>
                </a:solidFill>
              </a:rPr>
              <a:t>Se usan para validar opciones del usuario y evaluar si la contraseña es débil, media o fuerte.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63640" y="2578608"/>
            <a:ext cx="384048" cy="384048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6700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93992" y="25603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</a:rPr>
              <a:t>Bucles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93992" y="2871216"/>
            <a:ext cx="44074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84256"/>
                </a:solidFill>
              </a:rPr>
              <a:t>El ciclo while permite generar varias contraseñas y el ciclo for construye cada carácter.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63640" y="3721608"/>
            <a:ext cx="384048" cy="384048"/>
          </a:xfrm>
          <a:prstGeom prst="ellipse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8130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93992" y="37033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</a:rPr>
              <a:t>Funciones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93992" y="4014216"/>
            <a:ext cx="44074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84256"/>
                </a:solidFill>
              </a:rPr>
              <a:t>El código se divide en generar_contraseña() y evaluar_seguridad() para hacerlo más claro.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63640" y="4864608"/>
            <a:ext cx="384048" cy="384048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9560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93992" y="48463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</a:rPr>
              <a:t>Comentarios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793992" y="5157216"/>
            <a:ext cx="44074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84256"/>
                </a:solidFill>
              </a:rPr>
              <a:t>Ayudan a entender las partes principales del programa y facilitan su revisión.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e integración de contenidos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El proyecto integra análisis, diseño, programación y control de versiones.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6276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6916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Python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1188720" y="2167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84256"/>
                </a:solidFill>
              </a:rPr>
              <a:t>Lenguaje usado para desarrollar el programa.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6276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6916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Visual Studio Code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675120" y="2167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84256"/>
                </a:solidFill>
              </a:rPr>
              <a:t>Entorno de desarrollo para escribir y probar el código.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0" y="39136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39776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GitHub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188720" y="4453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84256"/>
                </a:solidFill>
              </a:rPr>
              <a:t>Repositorio para subir el proyecto y evidenciar el avance.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3703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A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39136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9776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Diagramas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675120" y="4453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84256"/>
                </a:solidFill>
              </a:rPr>
              <a:t>Representan la lógica y arquitectura antes de programar.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40280" y="3154680"/>
            <a:ext cx="7498080" cy="0"/>
          </a:xfrm>
          <a:prstGeom prst="line">
            <a:avLst/>
          </a:prstGeom>
          <a:noFill/>
          <a:ln w="25400">
            <a:solidFill>
              <a:srgbClr val="C4D6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96265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A33"/>
                </a:solidFill>
              </a:rPr>
              <a:t>Contenido integrado: problema → diseño → código → pruebas → entrega final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del funcionamiento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Secuencia que se mostrará en el video demostrativo.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4813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3C5FF"/>
                </a:solidFill>
              </a:rPr>
              <a:t>TERMINAL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" y="1828800"/>
            <a:ext cx="47091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GENERADOR SEGURO DE CONTRASEÑAS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Ingrese la longitud: 12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¿Desea incluir números? 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¿Desea incluir símbolos? 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Contraseña generada: X9#kLm2@Qp7!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de seguridad: Fuerte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¿Desea generar otra contraseña? 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402336" cy="402336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50876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50608" y="14904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64A"/>
                </a:solidFill>
              </a:rPr>
              <a:t>Abrir main.py en VS Code.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2176272"/>
            <a:ext cx="402336" cy="402336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67712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50608" y="22494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64A"/>
                </a:solidFill>
              </a:rPr>
              <a:t>Ejecutar el programa desde la terminal.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2935224"/>
            <a:ext cx="402336" cy="402336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02666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50608" y="3008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64A"/>
                </a:solidFill>
              </a:rPr>
              <a:t>Ingresar longitud y opciones.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3694176"/>
            <a:ext cx="402336" cy="402336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785616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50608" y="37673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64A"/>
                </a:solidFill>
              </a:rPr>
              <a:t>Mostrar contraseña y nivel de seguridad.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4453128"/>
            <a:ext cx="402336" cy="402336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54456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50608" y="45262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64A"/>
                </a:solidFill>
              </a:rPr>
              <a:t>Explicar condicionales, bucles y funciones.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· Generador Seguro de Contraseñas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cybersecurity_them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7132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Impacto y conclusión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77240" y="1600200"/>
            <a:ext cx="6217920" cy="859536"/>
          </a:xfrm>
          <a:prstGeom prst="roundRect">
            <a:avLst>
              <a:gd name="adj" fmla="val 6383"/>
            </a:avLst>
          </a:prstGeom>
          <a:solidFill>
            <a:srgbClr val="0A1A33">
              <a:alpha val="93000"/>
            </a:srgbClr>
          </a:solidFill>
          <a:ln w="12700">
            <a:solidFill>
              <a:srgbClr val="2C7DCC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5156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7EAFF"/>
                </a:solidFill>
              </a:rPr>
              <a:t>Impacto tecnológico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46120" y="17373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La tecnología facilita la comunicación, el estudio y el trabajo, pero también exige proteger mejor la información personal.</a:t>
            </a:r>
            <a:endParaRPr lang="en-US" sz="1220" dirty="0"/>
          </a:p>
        </p:txBody>
      </p:sp>
      <p:sp>
        <p:nvSpPr>
          <p:cNvPr id="7" name="Shape 4"/>
          <p:cNvSpPr/>
          <p:nvPr/>
        </p:nvSpPr>
        <p:spPr>
          <a:xfrm>
            <a:off x="777240" y="2834640"/>
            <a:ext cx="6217920" cy="859536"/>
          </a:xfrm>
          <a:prstGeom prst="roundRect">
            <a:avLst>
              <a:gd name="adj" fmla="val 6383"/>
            </a:avLst>
          </a:prstGeom>
          <a:solidFill>
            <a:srgbClr val="0A1A33">
              <a:alpha val="93000"/>
            </a:srgbClr>
          </a:solidFill>
          <a:ln w="12700">
            <a:solidFill>
              <a:srgbClr val="2C7DCC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5156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7EAFF"/>
                </a:solidFill>
              </a:rPr>
              <a:t>Aporte del sistema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46120" y="29718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El programa ayuda a crear contraseñas más seguras y promueve hábitos de seguridad digital.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777240" y="4069080"/>
            <a:ext cx="6217920" cy="859536"/>
          </a:xfrm>
          <a:prstGeom prst="roundRect">
            <a:avLst>
              <a:gd name="adj" fmla="val 6383"/>
            </a:avLst>
          </a:prstGeom>
          <a:solidFill>
            <a:srgbClr val="0A1A33">
              <a:alpha val="93000"/>
            </a:srgbClr>
          </a:solidFill>
          <a:ln w="12700">
            <a:solidFill>
              <a:srgbClr val="2C7DCC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51560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7EAFF"/>
                </a:solidFill>
              </a:rPr>
              <a:t>Conclusión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46120" y="42062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El proyecto permitió aplicar análisis, diseño, programación, funciones, condicionales, bucles y GitHub en una solución funcional.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777240" y="5961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B8FF"/>
                </a:solidFill>
              </a:rPr>
              <a:t>Gracias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870</Words>
  <Application>Microsoft Office PowerPoint</Application>
  <PresentationFormat>Panorámica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Integrador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 - Generador Seguro de Contraseñas</dc:title>
  <dc:subject>Generador Seguro de Contraseñas</dc:subject>
  <dc:creator>Ethan Montaño</dc:creator>
  <cp:lastModifiedBy>Kyle Montaño</cp:lastModifiedBy>
  <cp:revision>2</cp:revision>
  <dcterms:created xsi:type="dcterms:W3CDTF">2026-06-30T08:56:41Z</dcterms:created>
  <dcterms:modified xsi:type="dcterms:W3CDTF">2026-06-30T09:21:45Z</dcterms:modified>
</cp:coreProperties>
</file>